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82" r:id="rId4"/>
    <p:sldId id="283" r:id="rId5"/>
    <p:sldId id="261" r:id="rId6"/>
    <p:sldId id="289" r:id="rId7"/>
    <p:sldId id="291" r:id="rId8"/>
    <p:sldId id="292" r:id="rId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5C"/>
    <a:srgbClr val="6600CC"/>
    <a:srgbClr val="5757C9"/>
    <a:srgbClr val="3F136F"/>
    <a:srgbClr val="FEE8FB"/>
    <a:srgbClr val="CC3399"/>
    <a:srgbClr val="3366FF"/>
    <a:srgbClr val="66FF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0" d="100"/>
          <a:sy n="60" d="100"/>
        </p:scale>
        <p:origin x="-1572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74BBFE0-E3D3-4CB4-AFE3-2199C524732C}" type="datetimeFigureOut">
              <a:rPr lang="ru-RU"/>
              <a:pPr>
                <a:defRPr/>
              </a:pPr>
              <a:t>17.05.2020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1A3C085-A465-4F65-BEED-09EC6C27E46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518849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1A3C085-A465-4F65-BEED-09EC6C27E464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5E4002-0C00-4600-A524-24DB4D4665F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3581496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3B78CC-0EA9-4281-840D-91F66DD276D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4734321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1F4367-CBD5-4EB9-B11C-E5000DA2CD2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7551363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D34A3C-D698-4D75-8DFA-07D161E3D89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2039721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3D63A6-72A2-403F-B451-BF911649A87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2099344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30E38E-19E8-4E24-A82B-5557EEADE24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1301950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EB141B-7FF4-4907-8055-80D7741903C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7084127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C27BA1-B48C-4117-8FD9-B39BAD95627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9993384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088138-470B-4D9E-B391-0B4E99A9134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3081525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413090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81552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1646650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70146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02058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009642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4F0A12-67EC-4279-8261-44B0C5BC84D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5208226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86DA82-11CC-43AE-9181-D9807D25A2E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4397403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15346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77867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100" b="1" dirty="0" smtClean="0"/>
              <a:t> 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№3 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(2</a:t>
            </a:r>
            <a:r>
              <a:rPr lang="ky-KG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ч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algn="ctr"/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Тема: </a:t>
            </a:r>
          </a:p>
          <a:p>
            <a:pPr algn="just"/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Условный оператор </a:t>
            </a:r>
            <a:r>
              <a:rPr lang="ru-RU" sz="3600" b="1" i="1" dirty="0" err="1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3600" b="1" i="1" dirty="0" err="1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 в языке  С++. Операторы </a:t>
            </a:r>
            <a:r>
              <a:rPr lang="ru-RU" sz="3600" b="1" i="1" dirty="0" err="1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switch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3600" b="1" i="1" dirty="0" err="1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600" b="1" i="1" dirty="0" smtClean="0">
              <a:solidFill>
                <a:srgbClr val="1E1E5C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357166"/>
            <a:ext cx="9144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8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Цель лекции: 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Изучить условный оператор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else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 его конструкцию и принцип работы.</a:t>
            </a:r>
          </a:p>
          <a:p>
            <a:r>
              <a:rPr lang="ru-RU" sz="28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Рассматриваемые вопросы:</a:t>
            </a:r>
          </a:p>
          <a:p>
            <a:pPr lvl="0">
              <a:buFont typeface="Wingdings" pitchFamily="2" charset="2"/>
              <a:buChar char="Ø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Оператор условия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Использование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простых и составных операторов.</a:t>
            </a:r>
            <a:endParaRPr lang="ru-RU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Использование оператора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witch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800" dirty="0" err="1" smtClean="0"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sz="28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Глоссарий</a:t>
            </a:r>
          </a:p>
          <a:p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Оператор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- наименьшая автономная часть языка программирования; команда. </a:t>
            </a:r>
          </a:p>
          <a:p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Формат оператора –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совокупность правил образования языковых конструкций.</a:t>
            </a:r>
          </a:p>
          <a:p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850112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Оператор 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условия  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. Использование простых и составных операторов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 algn="ctr"/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 l="26903" t="26367" r="21486" b="6250"/>
          <a:stretch>
            <a:fillRect/>
          </a:stretch>
        </p:blipFill>
        <p:spPr bwMode="auto">
          <a:xfrm>
            <a:off x="0" y="1071546"/>
            <a:ext cx="9144000" cy="5786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/>
          <a:srcRect l="26903" t="33203" r="21486" b="11133"/>
          <a:stretch>
            <a:fillRect/>
          </a:stretch>
        </p:blipFill>
        <p:spPr bwMode="auto">
          <a:xfrm>
            <a:off x="-1" y="0"/>
            <a:ext cx="918914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2"/>
          <a:srcRect l="26903" t="34180" r="21486" b="16992"/>
          <a:stretch>
            <a:fillRect/>
          </a:stretch>
        </p:blipFill>
        <p:spPr bwMode="auto">
          <a:xfrm>
            <a:off x="-1" y="0"/>
            <a:ext cx="913258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3"/>
          <a:srcRect l="25805" t="28320" r="46193" b="6250"/>
          <a:stretch>
            <a:fillRect/>
          </a:stretch>
        </p:blipFill>
        <p:spPr bwMode="auto">
          <a:xfrm>
            <a:off x="0" y="0"/>
            <a:ext cx="7215206" cy="6850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2"/>
          <a:srcRect l="26903" t="26367" r="20937" b="332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 l="26903" t="37109" r="34114" b="11133"/>
          <a:stretch>
            <a:fillRect/>
          </a:stretch>
        </p:blipFill>
        <p:spPr bwMode="auto">
          <a:xfrm>
            <a:off x="0" y="0"/>
            <a:ext cx="918713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1645</TotalTime>
  <Words>21</Words>
  <Application>Microsoft Office PowerPoint</Application>
  <PresentationFormat>Экран (4:3)</PresentationFormat>
  <Paragraphs>14</Paragraphs>
  <Slides>8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Сектор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User</cp:lastModifiedBy>
  <cp:revision>147</cp:revision>
  <cp:lastPrinted>1601-01-01T00:00:00Z</cp:lastPrinted>
  <dcterms:created xsi:type="dcterms:W3CDTF">1601-01-01T00:00:00Z</dcterms:created>
  <dcterms:modified xsi:type="dcterms:W3CDTF">2020-05-17T08:45:09Z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